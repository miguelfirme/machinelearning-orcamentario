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do tempo de corte plasma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Regressor e Regressão Polinomial Ridge a partir da geometria de peças em DXF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Firme · Engenharia da Computação · UNISATC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dados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prever tempo_corte_plasma_s, um valor numérico contínuo, logo um problema de regressão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V10: 1.919 linhas, das quais 1.141 peças válidas para corte a plasma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Entradas: atributos geométricos extraídos do DXF da peça, mais material e espessura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aninhada: a parte externa mede a generalização e a interna escolhe hiperparâmetros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com entradas geométricas idênticas ficam na mesma dobra, evitando que peças quase duplicadas apareçam no treino e no teste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treinados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 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Regressor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vizinhos, distância Manhattan, pesos por distância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Solicitado pelo professor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múltipla 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Variáveis padronizadas no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 de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polinomial 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Grau 2, alpha =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Segundo modelo: reduziu o MAE em 2,54% (limite prévio: 2%)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venceu nas cinco dobras externas. MAE interno médio: Manhattan 18,92 s, Euclidiana 19,46 s, Chebyshev 20,72 s. A padronização é indispensável para o cálculo de distância do KNN; Ridge controla a colinearidade entre perímetros, área, peso e dimensões.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o que significam e como afetam o modelo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  <a:gridCol w="356616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significa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afeta o 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médio absoluto, em segundos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principal: escolhe hiperparâmetros e o segundo modelo; robusta a outliers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17,43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Raiz do erro quadrático médio, em segundos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Penaliza mais os erros grandes; RMSE bem acima do MAE indica poucas peças com erro alto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27,51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Fração da variância do tempo explicada pelo modelo (1 = perfeito, 0 = prever a média)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 o ganho sobre um previsor ingênuo; favorece a múltipla sobre a polinomial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erros ≤ 20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Proporção de peças com erro aceitável para planejamento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Traduz o erro em utilidade prática para o orçamento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70,46%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(validação cruzada aninhada)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  <a:gridCol w="10972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Erros ≤ 20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70,46%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múltipla Ridge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registrado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polinomial Ridge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59,86%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KNN é o melhor modelo em todas as métricas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polinomial vence a múltipla no MAE, mas perde em RMSE e R²: a escolha depende da métrica priorizada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funcional (peça 00.BL.1001): real 90 s, KNN 89,98 s, polinomial 90,65 s. Não mede generalização, pois os modelos finais usaram todo o dataset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da arte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(XGBoost, CatBoost, LightGBM) sobre atributos geométricos extraídos de DXF/DWG é a abordagem de ponta para estimar custo de fabricação a partir de desenhos 2D (Arıkan et al., 2025)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sobre renderizações de modelos 3D preveem a duração de etapas de produção (Miebs et al., 2025)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CNCSmart (XLAB, Horizonte 2020) usa aprendizado de máquina sobre programas CNC para prever o tempo real de corte em oxicorte, plasma e laser, com material, espessura e operação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comum: atributos geométricos + modelos não lineares + explicabilidade (SHAP)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arXiv 2508.12440; arXiv 2505.04241; xlab.si/research/cncsmart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modelo na literatura próxima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Arıkan et al. (2025), arXiv 2508.12440: custo de fabricação a partir de desenhos DWG convertidos para DXF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13.684 desenhos de peças automotivas em 24 grupos; cerca de 200 atributos geométricos e estatísticos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CatBoost e LightGBM, hiperparâmetros por Optuna, validação cruzada de 5 dobras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MAPE de 3,91% a 18,51% por grupo, com 10 dos 24 grupos abaixo de 10%; MAE de 0,09 a 2,34 €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Miebs et al. (2025), arXiv 2505.04241: MAE abaixo de 3 s para tempos de etapas em itens simples a partir de modelos 3D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artigo encontrado resolve exatamente o mesmo problema (tempo de corte plasma por geometria 2D); estes são os mais próximos.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o melhor modelo da literatura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24688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 trabalho (KNN)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Arıkan et al. (GBDT)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Miebs et al. (rede neural)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de corte plasma (s)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unitário (€)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de etapas (s)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1.141 peças (DXF)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13.684 desenhos, 24 grupos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Modelos 3D renderizados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17,43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 a 2,34 € por grupo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calcular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3,91% a 18,51%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informado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/ 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27,51 s / 0,722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informado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informado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Alvos e unidades diferem, então a comparação é indicativa. Para comparar na mesma escala, calcular o MAPE sobre as previsões de validação cruzada e testar gradient boosting no mesmo dataset.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2026-10-01T11:07:09Z</dcterms:created>
  <dcterms:modified xsi:type="dcterms:W3CDTF">2026-10-01T11:07:09Z</dcterms:modified>
</cp:coreProperties>
</file>